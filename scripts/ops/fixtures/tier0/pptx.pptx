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 451 10 Formatcheck Street — Quince 19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188720"/>
          <a:ext cx="8778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</a:tblGrid>
              <a:tr h="365760">
                <a:tc>
                  <a:txBody>
                    <a:bodyPr/>
                    <a:lstStyle/>
                    <a:p>
                      <a:r>
                        <a:t>Stock 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Street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Suburb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Land Size (m2)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House Size (m2)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Package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T0-451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Kestrel Grove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 Formatcheck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Truganina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Quince 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PROOF ONLY — not for sale.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acade-4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774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Lot 452 12 Formatcheck Street — Quince 21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188720"/>
          <a:ext cx="877824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  <a:gridCol w="438912"/>
              </a:tblGrid>
              <a:tr h="365760">
                <a:tc>
                  <a:txBody>
                    <a:bodyPr/>
                    <a:lstStyle/>
                    <a:p>
                      <a:r>
                        <a:t>Stock 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Street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Suburb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Postcode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Land Size (m2)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House Size (m2)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Package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T0-452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Kestrel Grove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Stage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Formatcheck Street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Truganina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Quince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$612,500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PROOF ONLY — not for sale.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facade-4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377440"/>
            <a:ext cx="5486400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2026-09-28T00:00:00Z</dcterms:created>
  <dcterms:modified xsi:type="dcterms:W3CDTF">2013-01-27T09:15:58Z</dcterms:modified>
  <cp:category/>
</cp:coreProperties>
</file>